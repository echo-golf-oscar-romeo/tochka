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TOCHKA · BUSINESS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intelligence,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banking beachhead → ASEAN financial services + retail networks.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shults &amp; partners · submitted 26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Hong Kong location intelligence is underserved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per major HK retail bank, each a spatial decision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3246120" y="2743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retail outlets in HK with no spatial-intelligence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HKSTP assessment weight on CSDI — public data has matured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heavy GIS suites (Esri) or unfocused dashboards. Nobody ships agent-driven location storymaps for HK banking.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analyst can't answer this in a week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76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scattered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CSDI, OSM, GMaps, internal CRM, transaction logs — no unified workspace.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76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require a specialist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PostGIS, QGIS, ArcGIS skills sit outside the business team that needs the answer.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drifts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picks demand model, isochrone definition, scoring rule differently.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is a 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want a recommendation, not a tile of charts to interpret.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that picks the methodology and writes the answer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of locations. The orchestrator agent asks one clarifying question, sequences the right specialist tools (geocoding, isochrones, demand modelling, competitive landscape, anomaly detection), and produces a scroll-driven storymap with concrete recommendations. Five sections, end-to-end, in under three minutes.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Methodology, decided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LLM selection of demand model + analytical archetype.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108960"/>
            <a:ext cx="2651760" cy="155448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Tools, sequenced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tools; the agent picks order from the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108960"/>
            <a:ext cx="2651760" cy="155448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Narrative, delivered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Qwen-written prose per section. Numbers stay verbatim.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us, why now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METHODOLOGY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four-question orchestrator isn't a model — it's a codified spatial-analyst playbook. New verticals require domain mapping, not retraining.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4612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CSDI INTEGRATION DEPTH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0116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on the new HK public spatial stack — 3D Pedestrian Network, Population Distribution FSDT, iGeoCom — wired through DuckDB-spatial.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350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TOOL LIBRARY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20116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engagement adds tools. Each tool generalises across the agent platform. Moat widens with usage.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Beachhead, expansion, region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246888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Beachhead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BOCHK (HKSTP sandbox)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engagement, joint case 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Q2–Q3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more HK retail banks + 2 HK retail chains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intros via BOCHK + HKSTP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2026 – Q1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ASEAN financial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+ KL + Bangkok, partner-led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Healthcare, social services, real estate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engine, new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Hybrid: seat + usage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HKSTP 12-week engagement. No fee during the sandbox.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6002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HK$25k / mo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7472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analysts, 100 analyses / month, all archetypes.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60020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HK$120k / mo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seats, dedicated CSDI sync, private POI parser, SLA.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indicative. Anchor customers may negotiate equity-linked terms for the first 12 months.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play, who else is there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sell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Esri / ArcGIS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GIS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heavy, requires GIS specialists, not agentic, not HK-native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Aino (Finland)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location storymaps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HK presence, no agent layer, no CSDI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GIS teams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Bespoke consulting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single-engagement, no compounding tool library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 LLM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Chat-with-your-data wrappers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spatial methodology, no tool determinism, no narrative shape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TWELVE-MONTH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deliverables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completion (HKSTP)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BOCHK storymap, public showcase, case-study brief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SaaS, customer-managed POI parser, billing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 expansion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retail banks + 2 retail chains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Q2–Q3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ASEAN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via finance partner, Bangkok via retail partner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expansion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+ social services tool packs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148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778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40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39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6700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004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9308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56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71916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18220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HKSTP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4023360" cy="12344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76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slot + facilities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engagement, HKSTP studio access, BOCHK introduction confirmed.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4023360" cy="12344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76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Seed-equivalent support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runway during the sandbox; founding team off the runway clock.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4023360" cy="12344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customer intros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HK enterprises by end of sandbox week 12.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4023360" cy="12344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showcase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slot at HKSTP showcase event, joint PR with BOCHK.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Tochka. Agent-driven location intelligence for Hong Kong, then the region.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Tochka — Business Plan</dc:title>
  <dc:subject>PptxGenJS Presentation</dc:subject>
  <dc:creator>shults &amp; partners</dc:creator>
  <cp:lastModifiedBy>shults &amp; partners</cp:lastModifiedBy>
  <cp:revision>1</cp:revision>
  <dcterms:created xsi:type="dcterms:W3CDTF">2026-05-24T05:12:28Z</dcterms:created>
  <dcterms:modified xsi:type="dcterms:W3CDTF">2026-05-24T05:12:28Z</dcterms:modified>
</cp:coreProperties>
</file>